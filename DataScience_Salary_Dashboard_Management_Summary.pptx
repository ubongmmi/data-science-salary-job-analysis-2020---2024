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273180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27318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JOB SALARY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 – 2024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Summary for Management 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577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6,599 global data-role salary records  •  Built in Power BI Desktop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covers and 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summarizes a Power BI dashboard analyzing 6,599 global data-science job salary records from 2020 to 2024. It tracks how pay differs by experience, company size, work model, job title, and location — and how those patterns have shifted over time. The dashboard is filterable by employment type, experience level, company size, and work model to support ad-hoc management review.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334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$145.56K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(USD)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6334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that are remote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6334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6,599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5508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4688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263347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8972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total salary (USD)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walks through each dashboard page, highlights the key patterns found, and closes with recommended actions for hiring and compensation strategy.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02552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 Salary Analysis 2020–2024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1: Overview &amp; Filters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filter panel, and four supporting visuals</a:t>
            </a:r>
            <a:endParaRPr lang="en-US" sz="1300" dirty="0"/>
          </a:p>
        </p:txBody>
      </p:sp>
      <p:pic>
        <p:nvPicPr>
          <p:cNvPr id="4" name="Image 0" descr="/mnt/user-data/uploads/page_1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52360" cy="39012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371600"/>
            <a:ext cx="3474720" cy="4846320"/>
          </a:xfrm>
          <a:prstGeom prst="roundRect">
            <a:avLst>
              <a:gd name="adj" fmla="val 157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6488" y="153619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76488" y="1874520"/>
            <a:ext cx="3072384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left-hand filter panel lets management slice by employment type, experience level, company size, and work model — no need to request a custom cut.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across all records is $145.56K; total combined salary is $1B; 39% of roles are remote.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rises steadily with seniority: Entry $84K → Mid $119K → Senior $162K → Executive $190K.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Medium-sized companies pay the most on average ($150K), ahead of Large ($121K) and Small ($88K).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roles average the highest pay (40.5% of records at $152.6K), narrowly ahead of Remote (37.3% at $140.6K); Hybrid trails at $83.3K.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(1,307) and Data Scientist (1,243) are the two most common job titles in the dataset.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02552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 Salary Analysis 2020–2024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2: Geography &amp; Trends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 paying locations, remote-work share, and salary trend by year</a:t>
            </a:r>
            <a:endParaRPr lang="en-US" sz="1300" dirty="0"/>
          </a:p>
        </p:txBody>
      </p:sp>
      <p:pic>
        <p:nvPicPr>
          <p:cNvPr id="4" name="Image 0" descr="/mnt/user-data/uploads/page2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52360" cy="39178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371600"/>
            <a:ext cx="3474720" cy="4846320"/>
          </a:xfrm>
          <a:prstGeom prst="roundRect">
            <a:avLst>
              <a:gd name="adj" fmla="val 157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6488" y="153619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76488" y="1874520"/>
            <a:ext cx="3072384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tops company-location pay at $0.30M average, followed by Israel ($0.22M) and Puerto Rico ($0.17M) — all likely small samples worth a record-count check.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sits mid-pack among top payers at $0.16M despite carrying the largest volume of records.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lowest-paying locations (Indonesia, Hungary, Pakistan, Malta, Ghana) average $16K–$34K — a wide spread against the top 10.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Remote-work share has fallen sharply, from 70% in 2020 to 23% in 2024, with the steepest drop after 2022.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dipped in 2021 ($134K), then climbed to a peak of $159K in 2023 before easing slightly to $157K in 2024.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02552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 Salary Analysis 2020–2024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3: Residence, Work Model &amp; Job Mix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by employee residence, work model, and total salary contribution by role</a:t>
            </a:r>
            <a:endParaRPr lang="en-US" sz="1300" dirty="0"/>
          </a:p>
        </p:txBody>
      </p:sp>
      <p:pic>
        <p:nvPicPr>
          <p:cNvPr id="4" name="Image 0" descr="/mnt/user-data/uploads/page3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52360" cy="39232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371600"/>
            <a:ext cx="3474720" cy="4846320"/>
          </a:xfrm>
          <a:prstGeom prst="roundRect">
            <a:avLst>
              <a:gd name="adj" fmla="val 1579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6488" y="1536192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76488" y="1874520"/>
            <a:ext cx="3072384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residence mirrors company location: Israel ($0.42M) and Qatar ($0.30M) top the list, well above the general $0.10M–$0.20M band.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work model, On-site ($152K) again leads, with Remote close behind ($152.4K per this cut) and Hybrid clearly lowest ($122K).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($264M, 31.8%) and Data Engineer ($201M, 24.2%) together account for over half of total salary spend across the dataset.</a:t>
            </a:r>
            <a:endParaRPr lang="en-US" sz="1200" dirty="0"/>
          </a:p>
          <a:p>
            <a:pPr marL="2032000" indent="-20320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Work-year volume is heavily concentrated in On-site (6.9M) and Remote (4.4M) roles, with Hybrid a small fraction (0.1M) — confirming hybrid arrangements are rare in this dataset, not just lower-paid.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02552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 Salary Analysis 2020–2024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across all three dashboard pages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7276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9961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is the clearest salary driver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roles average $190K vs. $84K for Entry-level — a 2.3x gap.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57276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5160" y="149961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companies pay the most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92024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Medium-sized firms out-pay both Large and Small companies on average.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21868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14553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work is shrinking fast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share fell from 70% (2020) to 23% (2024).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01752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321868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314553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dipped, then recovered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356616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dropped in 2021 before climbing to a 2023 peak of $159K.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86460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864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79145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locations are extreme outliers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521208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and Israel post very high averages that likely reflect small sample sizes.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6634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4864608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4864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4791456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 drive over half of total spend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95160" y="521208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and Data Engineer together account for ~56% of total salary.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02552" y="6537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Job Salary Analysis 2020–2024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2731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4173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offers against experience level first — it's the strongest, most reliable salary predictor in this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1945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Qatar, Israel, and other top/bottom-10 outlier locations with caution until record counts are confirmed as statistically reliable.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971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remote-work policy expectations — pay is comparable between on-site and remote, but remote's share of the workforce is shrinking fast.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7490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compensation review for Data Scientist and Data Engineer roles first, since they represent the largest share of total salary spend.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526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dashboard's filter panel for future ad-hoc management questions instead of requesting new one-off reports.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built in Power BI Desktop  •  Full report and files available in the project repository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2026-07-20T15:35:51Z</dcterms:created>
  <dcterms:modified xsi:type="dcterms:W3CDTF">2026-07-20T15:35:51Z</dcterms:modified>
</cp:coreProperties>
</file>